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738755" y="1179830"/>
            <a:ext cx="753999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高等数学与线性代数是理工科核心基础课程，二者相辅相成，广泛应用于工程、计算机、物理等领域。高等数学以极限为核心根基，延伸出微积分、微分方程等核心内容，是解决连续量变化问题的工具。</a:t>
            </a:r>
            <a:endParaRPr lang="zh-CN" altLang="en-US"/>
          </a:p>
          <a:p>
            <a:r>
              <a:rPr lang="zh-CN" altLang="en-US"/>
              <a:t>极限是高数的起点，导数与积分是其核心运算：导数描述函数瞬时变化率，可解决切线、极值等问题；积分分为定积分与不定积分，用于求解面积、体积及累积量，二者通过牛顿-莱布尼茨公式相互关联。微分方程则用于描述变量间的变化规律，是解决实际动态问题的重要手段。</a:t>
            </a:r>
            <a:endParaRPr lang="zh-CN" altLang="en-US"/>
          </a:p>
          <a:p>
            <a:r>
              <a:rPr lang="zh-CN" altLang="en-US"/>
              <a:t>线性代数聚焦离散量的运算与关系，核心是矩阵与向量。矩阵是数据的重要组织形式，可实现线性变换、求解线性方程组；向量则用于表示空间中的点与方向，向量组的线性相关性、秩是判断空间维度与求解方程组的关键。</a:t>
            </a:r>
            <a:endParaRPr lang="zh-CN" altLang="en-US"/>
          </a:p>
          <a:p>
            <a:r>
              <a:rPr lang="zh-CN" altLang="en-US"/>
              <a:t>二者关联紧密：高数中的多元函数微积分常借助矩阵简化运算，线性代数的特征值、特征向量可用于解决高数中的二次型、微分方程等问题。掌握这两门知识，能为后续专业学习和实际应用提供坚实的数学支撑。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WPS 演示</Application>
  <PresentationFormat>宽屏</PresentationFormat>
  <Paragraphs>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赵一鸣22301113</cp:lastModifiedBy>
  <cp:revision>157</cp:revision>
  <dcterms:created xsi:type="dcterms:W3CDTF">2019-06-19T02:08:00Z</dcterms:created>
  <dcterms:modified xsi:type="dcterms:W3CDTF">2026-04-22T13:42:24Z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4DAB6946C6A243D49AF105CE94324F5F_11</vt:lpwstr>
  </property>
</Properties>
</file>